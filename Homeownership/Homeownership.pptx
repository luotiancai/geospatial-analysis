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Lst>
  <p:sldSz cx="6858000" cy="9906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26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6B8FE-38B7-4F7F-8123-B0E276B75649}"/>
              </a:ext>
            </a:extLst>
          </p:cNvPr>
          <p:cNvSpPr>
            <a:spLocks noGrp="1"/>
          </p:cNvSpPr>
          <p:nvPr>
            <p:ph type="ctrTitle"/>
          </p:nvPr>
        </p:nvSpPr>
        <p:spPr>
          <a:xfrm>
            <a:off x="857250" y="1621191"/>
            <a:ext cx="5143500" cy="3448756"/>
          </a:xfrm>
        </p:spPr>
        <p:txBody>
          <a:bodyPr anchor="b"/>
          <a:lstStyle>
            <a:lvl1pPr algn="ctr">
              <a:defRPr sz="7041"/>
            </a:lvl1pPr>
          </a:lstStyle>
          <a:p>
            <a:r>
              <a:rPr lang="en-US"/>
              <a:t>Click to edit Master title style</a:t>
            </a:r>
          </a:p>
        </p:txBody>
      </p:sp>
      <p:sp>
        <p:nvSpPr>
          <p:cNvPr id="3" name="Subtitle 2">
            <a:extLst>
              <a:ext uri="{FF2B5EF4-FFF2-40B4-BE49-F238E27FC236}">
                <a16:creationId xmlns:a16="http://schemas.microsoft.com/office/drawing/2014/main" id="{11EBEDA5-069B-440F-8AC3-E0C5FE739D9D}"/>
              </a:ext>
            </a:extLst>
          </p:cNvPr>
          <p:cNvSpPr>
            <a:spLocks noGrp="1"/>
          </p:cNvSpPr>
          <p:nvPr>
            <p:ph type="subTitle" idx="1"/>
          </p:nvPr>
        </p:nvSpPr>
        <p:spPr>
          <a:xfrm>
            <a:off x="857250" y="5202944"/>
            <a:ext cx="5143500" cy="2391656"/>
          </a:xfrm>
        </p:spPr>
        <p:txBody>
          <a:bodyPr/>
          <a:lstStyle>
            <a:lvl1pPr marL="0" indent="0" algn="ctr">
              <a:buNone/>
              <a:defRPr sz="2817"/>
            </a:lvl1pPr>
            <a:lvl2pPr marL="536558" indent="0" algn="ctr">
              <a:buNone/>
              <a:defRPr sz="2347"/>
            </a:lvl2pPr>
            <a:lvl3pPr marL="1073117" indent="0" algn="ctr">
              <a:buNone/>
              <a:defRPr sz="2113"/>
            </a:lvl3pPr>
            <a:lvl4pPr marL="1609675" indent="0" algn="ctr">
              <a:buNone/>
              <a:defRPr sz="1878"/>
            </a:lvl4pPr>
            <a:lvl5pPr marL="2146234" indent="0" algn="ctr">
              <a:buNone/>
              <a:defRPr sz="1878"/>
            </a:lvl5pPr>
            <a:lvl6pPr marL="2682792" indent="0" algn="ctr">
              <a:buNone/>
              <a:defRPr sz="1878"/>
            </a:lvl6pPr>
            <a:lvl7pPr marL="3219351" indent="0" algn="ctr">
              <a:buNone/>
              <a:defRPr sz="1878"/>
            </a:lvl7pPr>
            <a:lvl8pPr marL="3755909" indent="0" algn="ctr">
              <a:buNone/>
              <a:defRPr sz="1878"/>
            </a:lvl8pPr>
            <a:lvl9pPr marL="4292468" indent="0" algn="ctr">
              <a:buNone/>
              <a:defRPr sz="1878"/>
            </a:lvl9pPr>
          </a:lstStyle>
          <a:p>
            <a:r>
              <a:rPr lang="en-US"/>
              <a:t>Click to edit Master subtitle style</a:t>
            </a:r>
          </a:p>
        </p:txBody>
      </p:sp>
      <p:sp>
        <p:nvSpPr>
          <p:cNvPr id="4" name="Date Placeholder 3">
            <a:extLst>
              <a:ext uri="{FF2B5EF4-FFF2-40B4-BE49-F238E27FC236}">
                <a16:creationId xmlns:a16="http://schemas.microsoft.com/office/drawing/2014/main" id="{CAA53ACB-5987-4130-A015-632E9AA62E05}"/>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5" name="Footer Placeholder 4">
            <a:extLst>
              <a:ext uri="{FF2B5EF4-FFF2-40B4-BE49-F238E27FC236}">
                <a16:creationId xmlns:a16="http://schemas.microsoft.com/office/drawing/2014/main" id="{3B0E2290-6EF0-4F25-BE4E-EB64F7FB42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2B5B7-83E1-4406-AAAB-64D476335E77}"/>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507451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F163E-E05B-40D7-9940-08294A0FBB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DFE15C-F9CA-430D-8E71-F32D749A8CB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261A3-454E-4C01-B37D-9CD5B15C9251}"/>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5" name="Footer Placeholder 4">
            <a:extLst>
              <a:ext uri="{FF2B5EF4-FFF2-40B4-BE49-F238E27FC236}">
                <a16:creationId xmlns:a16="http://schemas.microsoft.com/office/drawing/2014/main" id="{C22E1367-C244-465B-93F1-619B45EB43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865CE-20D1-460C-9AFD-DF276030DD0A}"/>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4084229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D37F-3F61-4F67-B1DE-46E06AA73393}"/>
              </a:ext>
            </a:extLst>
          </p:cNvPr>
          <p:cNvSpPr>
            <a:spLocks noGrp="1"/>
          </p:cNvSpPr>
          <p:nvPr>
            <p:ph type="title"/>
          </p:nvPr>
        </p:nvSpPr>
        <p:spPr>
          <a:xfrm>
            <a:off x="467916" y="2469624"/>
            <a:ext cx="5915025" cy="4120620"/>
          </a:xfrm>
        </p:spPr>
        <p:txBody>
          <a:bodyPr anchor="b"/>
          <a:lstStyle>
            <a:lvl1pPr>
              <a:defRPr sz="7041"/>
            </a:lvl1pPr>
          </a:lstStyle>
          <a:p>
            <a:r>
              <a:rPr lang="en-US"/>
              <a:t>Click to edit Master title style</a:t>
            </a:r>
          </a:p>
        </p:txBody>
      </p:sp>
      <p:sp>
        <p:nvSpPr>
          <p:cNvPr id="3" name="Text Placeholder 2">
            <a:extLst>
              <a:ext uri="{FF2B5EF4-FFF2-40B4-BE49-F238E27FC236}">
                <a16:creationId xmlns:a16="http://schemas.microsoft.com/office/drawing/2014/main" id="{40B97F85-AF18-4A4B-9C18-9A275ABA50D0}"/>
              </a:ext>
            </a:extLst>
          </p:cNvPr>
          <p:cNvSpPr>
            <a:spLocks noGrp="1"/>
          </p:cNvSpPr>
          <p:nvPr>
            <p:ph type="body" idx="1"/>
          </p:nvPr>
        </p:nvSpPr>
        <p:spPr>
          <a:xfrm>
            <a:off x="467916" y="6629226"/>
            <a:ext cx="5915025" cy="2166937"/>
          </a:xfrm>
        </p:spPr>
        <p:txBody>
          <a:bodyPr/>
          <a:lstStyle>
            <a:lvl1pPr marL="0" indent="0">
              <a:buNone/>
              <a:defRPr sz="2817">
                <a:solidFill>
                  <a:schemeClr val="tx1">
                    <a:tint val="75000"/>
                  </a:schemeClr>
                </a:solidFill>
              </a:defRPr>
            </a:lvl1pPr>
            <a:lvl2pPr marL="536558" indent="0">
              <a:buNone/>
              <a:defRPr sz="2347">
                <a:solidFill>
                  <a:schemeClr val="tx1">
                    <a:tint val="75000"/>
                  </a:schemeClr>
                </a:solidFill>
              </a:defRPr>
            </a:lvl2pPr>
            <a:lvl3pPr marL="1073117" indent="0">
              <a:buNone/>
              <a:defRPr sz="2113">
                <a:solidFill>
                  <a:schemeClr val="tx1">
                    <a:tint val="75000"/>
                  </a:schemeClr>
                </a:solidFill>
              </a:defRPr>
            </a:lvl3pPr>
            <a:lvl4pPr marL="1609675" indent="0">
              <a:buNone/>
              <a:defRPr sz="1878">
                <a:solidFill>
                  <a:schemeClr val="tx1">
                    <a:tint val="75000"/>
                  </a:schemeClr>
                </a:solidFill>
              </a:defRPr>
            </a:lvl4pPr>
            <a:lvl5pPr marL="2146234" indent="0">
              <a:buNone/>
              <a:defRPr sz="1878">
                <a:solidFill>
                  <a:schemeClr val="tx1">
                    <a:tint val="75000"/>
                  </a:schemeClr>
                </a:solidFill>
              </a:defRPr>
            </a:lvl5pPr>
            <a:lvl6pPr marL="2682792" indent="0">
              <a:buNone/>
              <a:defRPr sz="1878">
                <a:solidFill>
                  <a:schemeClr val="tx1">
                    <a:tint val="75000"/>
                  </a:schemeClr>
                </a:solidFill>
              </a:defRPr>
            </a:lvl6pPr>
            <a:lvl7pPr marL="3219351" indent="0">
              <a:buNone/>
              <a:defRPr sz="1878">
                <a:solidFill>
                  <a:schemeClr val="tx1">
                    <a:tint val="75000"/>
                  </a:schemeClr>
                </a:solidFill>
              </a:defRPr>
            </a:lvl7pPr>
            <a:lvl8pPr marL="3755909" indent="0">
              <a:buNone/>
              <a:defRPr sz="1878">
                <a:solidFill>
                  <a:schemeClr val="tx1">
                    <a:tint val="75000"/>
                  </a:schemeClr>
                </a:solidFill>
              </a:defRPr>
            </a:lvl8pPr>
            <a:lvl9pPr marL="4292468" indent="0">
              <a:buNone/>
              <a:defRPr sz="1878">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3859AC5-5CF7-4999-9C70-BE81B5A0557C}"/>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5" name="Footer Placeholder 4">
            <a:extLst>
              <a:ext uri="{FF2B5EF4-FFF2-40B4-BE49-F238E27FC236}">
                <a16:creationId xmlns:a16="http://schemas.microsoft.com/office/drawing/2014/main" id="{25079E69-F803-4F3B-B41C-81E5F48982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8279DA-7F36-4D13-9BBE-11E72A2F281D}"/>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744559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31B98-932E-4CDE-9F98-28CA941E97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96C80E-6F5C-4C71-9AB3-353560AAC2A3}"/>
              </a:ext>
            </a:extLst>
          </p:cNvPr>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0BB3CE-F389-40BD-B0BB-B4DA68095D98}"/>
              </a:ext>
            </a:extLst>
          </p:cNvPr>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555D7A-B5D3-4490-918B-B1477D9B1A93}"/>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6" name="Footer Placeholder 5">
            <a:extLst>
              <a:ext uri="{FF2B5EF4-FFF2-40B4-BE49-F238E27FC236}">
                <a16:creationId xmlns:a16="http://schemas.microsoft.com/office/drawing/2014/main" id="{D0247E15-01A1-48FF-9B6E-3591F22831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AD7659-63E4-4BBE-B645-E540B8430A53}"/>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1237393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14099-73A6-4D9C-A136-7F50CE826203}"/>
              </a:ext>
            </a:extLst>
          </p:cNvPr>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F5276F-C650-45AB-A444-D102388042E4}"/>
              </a:ext>
            </a:extLst>
          </p:cNvPr>
          <p:cNvSpPr>
            <a:spLocks noGrp="1"/>
          </p:cNvSpPr>
          <p:nvPr>
            <p:ph type="body" idx="1"/>
          </p:nvPr>
        </p:nvSpPr>
        <p:spPr>
          <a:xfrm>
            <a:off x="472381" y="2428347"/>
            <a:ext cx="2901255" cy="1190095"/>
          </a:xfrm>
        </p:spPr>
        <p:txBody>
          <a:bodyPr anchor="b"/>
          <a:lstStyle>
            <a:lvl1pPr marL="0" indent="0">
              <a:buNone/>
              <a:defRPr sz="2817" b="1"/>
            </a:lvl1pPr>
            <a:lvl2pPr marL="536558" indent="0">
              <a:buNone/>
              <a:defRPr sz="2347" b="1"/>
            </a:lvl2pPr>
            <a:lvl3pPr marL="1073117" indent="0">
              <a:buNone/>
              <a:defRPr sz="2113" b="1"/>
            </a:lvl3pPr>
            <a:lvl4pPr marL="1609675" indent="0">
              <a:buNone/>
              <a:defRPr sz="1878" b="1"/>
            </a:lvl4pPr>
            <a:lvl5pPr marL="2146234" indent="0">
              <a:buNone/>
              <a:defRPr sz="1878" b="1"/>
            </a:lvl5pPr>
            <a:lvl6pPr marL="2682792" indent="0">
              <a:buNone/>
              <a:defRPr sz="1878" b="1"/>
            </a:lvl6pPr>
            <a:lvl7pPr marL="3219351" indent="0">
              <a:buNone/>
              <a:defRPr sz="1878" b="1"/>
            </a:lvl7pPr>
            <a:lvl8pPr marL="3755909" indent="0">
              <a:buNone/>
              <a:defRPr sz="1878" b="1"/>
            </a:lvl8pPr>
            <a:lvl9pPr marL="4292468" indent="0">
              <a:buNone/>
              <a:defRPr sz="1878" b="1"/>
            </a:lvl9pPr>
          </a:lstStyle>
          <a:p>
            <a:pPr lvl="0"/>
            <a:r>
              <a:rPr lang="en-US"/>
              <a:t>Edit Master text styles</a:t>
            </a:r>
          </a:p>
        </p:txBody>
      </p:sp>
      <p:sp>
        <p:nvSpPr>
          <p:cNvPr id="4" name="Content Placeholder 3">
            <a:extLst>
              <a:ext uri="{FF2B5EF4-FFF2-40B4-BE49-F238E27FC236}">
                <a16:creationId xmlns:a16="http://schemas.microsoft.com/office/drawing/2014/main" id="{D612135C-F31A-4D38-A236-90AC5040243C}"/>
              </a:ext>
            </a:extLst>
          </p:cNvPr>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7C3F9D-8C2E-43AC-AA8F-B1A2E5379B48}"/>
              </a:ext>
            </a:extLst>
          </p:cNvPr>
          <p:cNvSpPr>
            <a:spLocks noGrp="1"/>
          </p:cNvSpPr>
          <p:nvPr>
            <p:ph type="body" sz="quarter" idx="3"/>
          </p:nvPr>
        </p:nvSpPr>
        <p:spPr>
          <a:xfrm>
            <a:off x="3471863" y="2428347"/>
            <a:ext cx="2915543" cy="1190095"/>
          </a:xfrm>
        </p:spPr>
        <p:txBody>
          <a:bodyPr anchor="b"/>
          <a:lstStyle>
            <a:lvl1pPr marL="0" indent="0">
              <a:buNone/>
              <a:defRPr sz="2817" b="1"/>
            </a:lvl1pPr>
            <a:lvl2pPr marL="536558" indent="0">
              <a:buNone/>
              <a:defRPr sz="2347" b="1"/>
            </a:lvl2pPr>
            <a:lvl3pPr marL="1073117" indent="0">
              <a:buNone/>
              <a:defRPr sz="2113" b="1"/>
            </a:lvl3pPr>
            <a:lvl4pPr marL="1609675" indent="0">
              <a:buNone/>
              <a:defRPr sz="1878" b="1"/>
            </a:lvl4pPr>
            <a:lvl5pPr marL="2146234" indent="0">
              <a:buNone/>
              <a:defRPr sz="1878" b="1"/>
            </a:lvl5pPr>
            <a:lvl6pPr marL="2682792" indent="0">
              <a:buNone/>
              <a:defRPr sz="1878" b="1"/>
            </a:lvl6pPr>
            <a:lvl7pPr marL="3219351" indent="0">
              <a:buNone/>
              <a:defRPr sz="1878" b="1"/>
            </a:lvl7pPr>
            <a:lvl8pPr marL="3755909" indent="0">
              <a:buNone/>
              <a:defRPr sz="1878" b="1"/>
            </a:lvl8pPr>
            <a:lvl9pPr marL="4292468" indent="0">
              <a:buNone/>
              <a:defRPr sz="1878" b="1"/>
            </a:lvl9pPr>
          </a:lstStyle>
          <a:p>
            <a:pPr lvl="0"/>
            <a:r>
              <a:rPr lang="en-US"/>
              <a:t>Edit Master text styles</a:t>
            </a:r>
          </a:p>
        </p:txBody>
      </p:sp>
      <p:sp>
        <p:nvSpPr>
          <p:cNvPr id="6" name="Content Placeholder 5">
            <a:extLst>
              <a:ext uri="{FF2B5EF4-FFF2-40B4-BE49-F238E27FC236}">
                <a16:creationId xmlns:a16="http://schemas.microsoft.com/office/drawing/2014/main" id="{80124F6C-24CC-4CE4-A39A-986720175FB5}"/>
              </a:ext>
            </a:extLst>
          </p:cNvPr>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196F91-CBF2-424D-887A-FEF5DC9C1EC8}"/>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8" name="Footer Placeholder 7">
            <a:extLst>
              <a:ext uri="{FF2B5EF4-FFF2-40B4-BE49-F238E27FC236}">
                <a16:creationId xmlns:a16="http://schemas.microsoft.com/office/drawing/2014/main" id="{6D69448B-2CE0-41B0-86A4-B81BE199EB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7EE694-4221-4A70-A941-2B6A4B924B8F}"/>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3693684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54A27-4129-4ADC-87F0-BABFA75690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1F58EE-9C55-43F6-9C45-D6B3AB88C87E}"/>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4" name="Footer Placeholder 3">
            <a:extLst>
              <a:ext uri="{FF2B5EF4-FFF2-40B4-BE49-F238E27FC236}">
                <a16:creationId xmlns:a16="http://schemas.microsoft.com/office/drawing/2014/main" id="{82A8B879-B820-4AF0-A2C6-29E834BB28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A00ED7-DA36-4472-9B2B-04632E00D396}"/>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1127711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2EA3BB-3DE4-4FFF-BF79-17F1A767F04E}"/>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3" name="Footer Placeholder 2">
            <a:extLst>
              <a:ext uri="{FF2B5EF4-FFF2-40B4-BE49-F238E27FC236}">
                <a16:creationId xmlns:a16="http://schemas.microsoft.com/office/drawing/2014/main" id="{1780D150-B321-4A67-A050-21B671C23D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50639D-3834-401E-9C4C-F4ABF9DFDD50}"/>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2038838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EDA3D-F10D-4870-BA84-55AB8C83AD89}"/>
              </a:ext>
            </a:extLst>
          </p:cNvPr>
          <p:cNvSpPr>
            <a:spLocks noGrp="1"/>
          </p:cNvSpPr>
          <p:nvPr>
            <p:ph type="title"/>
          </p:nvPr>
        </p:nvSpPr>
        <p:spPr>
          <a:xfrm>
            <a:off x="472381" y="660400"/>
            <a:ext cx="2211884" cy="2311400"/>
          </a:xfrm>
        </p:spPr>
        <p:txBody>
          <a:bodyPr anchor="b"/>
          <a:lstStyle>
            <a:lvl1pPr>
              <a:defRPr sz="3755"/>
            </a:lvl1pPr>
          </a:lstStyle>
          <a:p>
            <a:r>
              <a:rPr lang="en-US"/>
              <a:t>Click to edit Master title style</a:t>
            </a:r>
          </a:p>
        </p:txBody>
      </p:sp>
      <p:sp>
        <p:nvSpPr>
          <p:cNvPr id="3" name="Content Placeholder 2">
            <a:extLst>
              <a:ext uri="{FF2B5EF4-FFF2-40B4-BE49-F238E27FC236}">
                <a16:creationId xmlns:a16="http://schemas.microsoft.com/office/drawing/2014/main" id="{5194E54E-D008-4B79-BC48-5CEFFEE59BD4}"/>
              </a:ext>
            </a:extLst>
          </p:cNvPr>
          <p:cNvSpPr>
            <a:spLocks noGrp="1"/>
          </p:cNvSpPr>
          <p:nvPr>
            <p:ph idx="1"/>
          </p:nvPr>
        </p:nvSpPr>
        <p:spPr>
          <a:xfrm>
            <a:off x="2915543" y="1426283"/>
            <a:ext cx="3471863" cy="7039681"/>
          </a:xfrm>
        </p:spPr>
        <p:txBody>
          <a:bodyPr/>
          <a:lstStyle>
            <a:lvl1pPr>
              <a:defRPr sz="3755"/>
            </a:lvl1pPr>
            <a:lvl2pPr>
              <a:defRPr sz="3286"/>
            </a:lvl2pPr>
            <a:lvl3pPr>
              <a:defRPr sz="2817"/>
            </a:lvl3pPr>
            <a:lvl4pPr>
              <a:defRPr sz="2347"/>
            </a:lvl4pPr>
            <a:lvl5pPr>
              <a:defRPr sz="2347"/>
            </a:lvl5pPr>
            <a:lvl6pPr>
              <a:defRPr sz="2347"/>
            </a:lvl6pPr>
            <a:lvl7pPr>
              <a:defRPr sz="2347"/>
            </a:lvl7pPr>
            <a:lvl8pPr>
              <a:defRPr sz="2347"/>
            </a:lvl8pPr>
            <a:lvl9pPr>
              <a:defRPr sz="234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A1489A-20D9-40EC-A7F7-663223D559B6}"/>
              </a:ext>
            </a:extLst>
          </p:cNvPr>
          <p:cNvSpPr>
            <a:spLocks noGrp="1"/>
          </p:cNvSpPr>
          <p:nvPr>
            <p:ph type="body" sz="half" idx="2"/>
          </p:nvPr>
        </p:nvSpPr>
        <p:spPr>
          <a:xfrm>
            <a:off x="472381" y="2971800"/>
            <a:ext cx="2211884" cy="5505627"/>
          </a:xfrm>
        </p:spPr>
        <p:txBody>
          <a:bodyPr/>
          <a:lstStyle>
            <a:lvl1pPr marL="0" indent="0">
              <a:buNone/>
              <a:defRPr sz="1878"/>
            </a:lvl1pPr>
            <a:lvl2pPr marL="536558" indent="0">
              <a:buNone/>
              <a:defRPr sz="1644"/>
            </a:lvl2pPr>
            <a:lvl3pPr marL="1073117" indent="0">
              <a:buNone/>
              <a:defRPr sz="1408"/>
            </a:lvl3pPr>
            <a:lvl4pPr marL="1609675" indent="0">
              <a:buNone/>
              <a:defRPr sz="1174"/>
            </a:lvl4pPr>
            <a:lvl5pPr marL="2146234" indent="0">
              <a:buNone/>
              <a:defRPr sz="1174"/>
            </a:lvl5pPr>
            <a:lvl6pPr marL="2682792" indent="0">
              <a:buNone/>
              <a:defRPr sz="1174"/>
            </a:lvl6pPr>
            <a:lvl7pPr marL="3219351" indent="0">
              <a:buNone/>
              <a:defRPr sz="1174"/>
            </a:lvl7pPr>
            <a:lvl8pPr marL="3755909" indent="0">
              <a:buNone/>
              <a:defRPr sz="1174"/>
            </a:lvl8pPr>
            <a:lvl9pPr marL="4292468" indent="0">
              <a:buNone/>
              <a:defRPr sz="1174"/>
            </a:lvl9pPr>
          </a:lstStyle>
          <a:p>
            <a:pPr lvl="0"/>
            <a:r>
              <a:rPr lang="en-US"/>
              <a:t>Edit Master text styles</a:t>
            </a:r>
          </a:p>
        </p:txBody>
      </p:sp>
      <p:sp>
        <p:nvSpPr>
          <p:cNvPr id="5" name="Date Placeholder 4">
            <a:extLst>
              <a:ext uri="{FF2B5EF4-FFF2-40B4-BE49-F238E27FC236}">
                <a16:creationId xmlns:a16="http://schemas.microsoft.com/office/drawing/2014/main" id="{ED82D92D-BA16-47DD-9BEF-B59515709BB9}"/>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6" name="Footer Placeholder 5">
            <a:extLst>
              <a:ext uri="{FF2B5EF4-FFF2-40B4-BE49-F238E27FC236}">
                <a16:creationId xmlns:a16="http://schemas.microsoft.com/office/drawing/2014/main" id="{B751840B-C745-4DC0-90CE-3D2284B23B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36727A-256E-4B01-8AF8-5592403C76B4}"/>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2223773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A483A-6E52-440A-A249-6E9C38D9CD06}"/>
              </a:ext>
            </a:extLst>
          </p:cNvPr>
          <p:cNvSpPr>
            <a:spLocks noGrp="1"/>
          </p:cNvSpPr>
          <p:nvPr>
            <p:ph type="title"/>
          </p:nvPr>
        </p:nvSpPr>
        <p:spPr>
          <a:xfrm>
            <a:off x="472381" y="660400"/>
            <a:ext cx="2211884" cy="2311400"/>
          </a:xfrm>
        </p:spPr>
        <p:txBody>
          <a:bodyPr anchor="b"/>
          <a:lstStyle>
            <a:lvl1pPr>
              <a:defRPr sz="3755"/>
            </a:lvl1pPr>
          </a:lstStyle>
          <a:p>
            <a:r>
              <a:rPr lang="en-US"/>
              <a:t>Click to edit Master title style</a:t>
            </a:r>
          </a:p>
        </p:txBody>
      </p:sp>
      <p:sp>
        <p:nvSpPr>
          <p:cNvPr id="3" name="Picture Placeholder 2">
            <a:extLst>
              <a:ext uri="{FF2B5EF4-FFF2-40B4-BE49-F238E27FC236}">
                <a16:creationId xmlns:a16="http://schemas.microsoft.com/office/drawing/2014/main" id="{15A4F20A-AADA-42E8-A05E-940436E06A7A}"/>
              </a:ext>
            </a:extLst>
          </p:cNvPr>
          <p:cNvSpPr>
            <a:spLocks noGrp="1"/>
          </p:cNvSpPr>
          <p:nvPr>
            <p:ph type="pic" idx="1"/>
          </p:nvPr>
        </p:nvSpPr>
        <p:spPr>
          <a:xfrm>
            <a:off x="2915543" y="1426283"/>
            <a:ext cx="3471863" cy="7039681"/>
          </a:xfrm>
        </p:spPr>
        <p:txBody>
          <a:bodyPr/>
          <a:lstStyle>
            <a:lvl1pPr marL="0" indent="0">
              <a:buNone/>
              <a:defRPr sz="3755"/>
            </a:lvl1pPr>
            <a:lvl2pPr marL="536558" indent="0">
              <a:buNone/>
              <a:defRPr sz="3286"/>
            </a:lvl2pPr>
            <a:lvl3pPr marL="1073117" indent="0">
              <a:buNone/>
              <a:defRPr sz="2817"/>
            </a:lvl3pPr>
            <a:lvl4pPr marL="1609675" indent="0">
              <a:buNone/>
              <a:defRPr sz="2347"/>
            </a:lvl4pPr>
            <a:lvl5pPr marL="2146234" indent="0">
              <a:buNone/>
              <a:defRPr sz="2347"/>
            </a:lvl5pPr>
            <a:lvl6pPr marL="2682792" indent="0">
              <a:buNone/>
              <a:defRPr sz="2347"/>
            </a:lvl6pPr>
            <a:lvl7pPr marL="3219351" indent="0">
              <a:buNone/>
              <a:defRPr sz="2347"/>
            </a:lvl7pPr>
            <a:lvl8pPr marL="3755909" indent="0">
              <a:buNone/>
              <a:defRPr sz="2347"/>
            </a:lvl8pPr>
            <a:lvl9pPr marL="4292468" indent="0">
              <a:buNone/>
              <a:defRPr sz="2347"/>
            </a:lvl9pPr>
          </a:lstStyle>
          <a:p>
            <a:endParaRPr lang="en-US"/>
          </a:p>
        </p:txBody>
      </p:sp>
      <p:sp>
        <p:nvSpPr>
          <p:cNvPr id="4" name="Text Placeholder 3">
            <a:extLst>
              <a:ext uri="{FF2B5EF4-FFF2-40B4-BE49-F238E27FC236}">
                <a16:creationId xmlns:a16="http://schemas.microsoft.com/office/drawing/2014/main" id="{7C0CFBEF-D738-404A-93A1-8F39AC61B1A3}"/>
              </a:ext>
            </a:extLst>
          </p:cNvPr>
          <p:cNvSpPr>
            <a:spLocks noGrp="1"/>
          </p:cNvSpPr>
          <p:nvPr>
            <p:ph type="body" sz="half" idx="2"/>
          </p:nvPr>
        </p:nvSpPr>
        <p:spPr>
          <a:xfrm>
            <a:off x="472381" y="2971800"/>
            <a:ext cx="2211884" cy="5505627"/>
          </a:xfrm>
        </p:spPr>
        <p:txBody>
          <a:bodyPr/>
          <a:lstStyle>
            <a:lvl1pPr marL="0" indent="0">
              <a:buNone/>
              <a:defRPr sz="1878"/>
            </a:lvl1pPr>
            <a:lvl2pPr marL="536558" indent="0">
              <a:buNone/>
              <a:defRPr sz="1644"/>
            </a:lvl2pPr>
            <a:lvl3pPr marL="1073117" indent="0">
              <a:buNone/>
              <a:defRPr sz="1408"/>
            </a:lvl3pPr>
            <a:lvl4pPr marL="1609675" indent="0">
              <a:buNone/>
              <a:defRPr sz="1174"/>
            </a:lvl4pPr>
            <a:lvl5pPr marL="2146234" indent="0">
              <a:buNone/>
              <a:defRPr sz="1174"/>
            </a:lvl5pPr>
            <a:lvl6pPr marL="2682792" indent="0">
              <a:buNone/>
              <a:defRPr sz="1174"/>
            </a:lvl6pPr>
            <a:lvl7pPr marL="3219351" indent="0">
              <a:buNone/>
              <a:defRPr sz="1174"/>
            </a:lvl7pPr>
            <a:lvl8pPr marL="3755909" indent="0">
              <a:buNone/>
              <a:defRPr sz="1174"/>
            </a:lvl8pPr>
            <a:lvl9pPr marL="4292468" indent="0">
              <a:buNone/>
              <a:defRPr sz="1174"/>
            </a:lvl9pPr>
          </a:lstStyle>
          <a:p>
            <a:pPr lvl="0"/>
            <a:r>
              <a:rPr lang="en-US"/>
              <a:t>Edit Master text styles</a:t>
            </a:r>
          </a:p>
        </p:txBody>
      </p:sp>
      <p:sp>
        <p:nvSpPr>
          <p:cNvPr id="5" name="Date Placeholder 4">
            <a:extLst>
              <a:ext uri="{FF2B5EF4-FFF2-40B4-BE49-F238E27FC236}">
                <a16:creationId xmlns:a16="http://schemas.microsoft.com/office/drawing/2014/main" id="{27EE1CEE-0F0A-4E0B-9091-00FF94D12327}"/>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6" name="Footer Placeholder 5">
            <a:extLst>
              <a:ext uri="{FF2B5EF4-FFF2-40B4-BE49-F238E27FC236}">
                <a16:creationId xmlns:a16="http://schemas.microsoft.com/office/drawing/2014/main" id="{822F96E2-AEA2-4A0C-BF08-7A0F0BED5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25D8D-4D9B-4BA0-933F-945AA64E9E79}"/>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2262761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96BF-F63A-42DB-BA20-A2D4328E02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CA6345-A9FD-4040-B15B-CC4419637EF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E51161-99BC-41E9-9B99-8B3CA9582515}"/>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5" name="Footer Placeholder 4">
            <a:extLst>
              <a:ext uri="{FF2B5EF4-FFF2-40B4-BE49-F238E27FC236}">
                <a16:creationId xmlns:a16="http://schemas.microsoft.com/office/drawing/2014/main" id="{3F7269F8-8E62-4ED8-A3F1-57B50CB4C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3C40C5-FFF3-4E6A-8A9A-74ACDFD89F05}"/>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1400757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792642-651F-436D-9E2B-9D491455D0A3}"/>
              </a:ext>
            </a:extLst>
          </p:cNvPr>
          <p:cNvSpPr>
            <a:spLocks noGrp="1"/>
          </p:cNvSpPr>
          <p:nvPr>
            <p:ph type="title" orient="vert"/>
          </p:nvPr>
        </p:nvSpPr>
        <p:spPr>
          <a:xfrm>
            <a:off x="4907756" y="527403"/>
            <a:ext cx="1478756" cy="839487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A1A871-E805-4ACB-97A3-870DF3F93F2B}"/>
              </a:ext>
            </a:extLst>
          </p:cNvPr>
          <p:cNvSpPr>
            <a:spLocks noGrp="1"/>
          </p:cNvSpPr>
          <p:nvPr>
            <p:ph type="body" orient="vert" idx="1"/>
          </p:nvPr>
        </p:nvSpPr>
        <p:spPr>
          <a:xfrm>
            <a:off x="471487"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6BD28-D95A-4140-B8C9-E248FA45143C}"/>
              </a:ext>
            </a:extLst>
          </p:cNvPr>
          <p:cNvSpPr>
            <a:spLocks noGrp="1"/>
          </p:cNvSpPr>
          <p:nvPr>
            <p:ph type="dt" sz="half" idx="10"/>
          </p:nvPr>
        </p:nvSpPr>
        <p:spPr/>
        <p:txBody>
          <a:bodyPr/>
          <a:lstStyle/>
          <a:p>
            <a:fld id="{8A620BF2-05F8-42A3-ACEC-15257E572E16}" type="datetimeFigureOut">
              <a:rPr lang="en-US" smtClean="0"/>
              <a:t>3/18/2019</a:t>
            </a:fld>
            <a:endParaRPr lang="en-US"/>
          </a:p>
        </p:txBody>
      </p:sp>
      <p:sp>
        <p:nvSpPr>
          <p:cNvPr id="5" name="Footer Placeholder 4">
            <a:extLst>
              <a:ext uri="{FF2B5EF4-FFF2-40B4-BE49-F238E27FC236}">
                <a16:creationId xmlns:a16="http://schemas.microsoft.com/office/drawing/2014/main" id="{ECF1A93E-8C7F-4F9A-9DCC-751DE7EAC6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1E922-AC03-4642-9CA7-391A38CAEA0A}"/>
              </a:ext>
            </a:extLst>
          </p:cNvPr>
          <p:cNvSpPr>
            <a:spLocks noGrp="1"/>
          </p:cNvSpPr>
          <p:nvPr>
            <p:ph type="sldNum" sz="quarter" idx="12"/>
          </p:nvPr>
        </p:nvSpPr>
        <p:spPr/>
        <p:txBody>
          <a:bodyPr/>
          <a:lstStyle/>
          <a:p>
            <a:fld id="{0C2814E0-4956-492E-AC71-58D2E001E403}" type="slidenum">
              <a:rPr lang="en-US" smtClean="0"/>
              <a:t>‹#›</a:t>
            </a:fld>
            <a:endParaRPr lang="en-US"/>
          </a:p>
        </p:txBody>
      </p:sp>
    </p:spTree>
    <p:extLst>
      <p:ext uri="{BB962C8B-B14F-4D97-AF65-F5344CB8AC3E}">
        <p14:creationId xmlns:p14="http://schemas.microsoft.com/office/powerpoint/2010/main" val="196451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6125147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57916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65975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7EC8D9-1815-4537-9A60-A6626DC17F45}"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14148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7EC8D9-1815-4537-9A60-A6626DC17F45}" type="datetimeFigureOut">
              <a:rPr lang="en-US" smtClean="0"/>
              <a:t>3/18/2019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891198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7EC8D9-1815-4537-9A60-A6626DC17F45}" type="datetimeFigureOut">
              <a:rPr lang="en-US" smtClean="0"/>
              <a:t>3/18/2019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630942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7EC8D9-1815-4537-9A60-A6626DC17F45}" type="datetimeFigureOut">
              <a:rPr lang="en-US" smtClean="0"/>
              <a:t>3/18/2019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3717825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67EC8D9-1815-4537-9A60-A6626DC17F45}"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3606558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67EC8D9-1815-4537-9A60-A6626DC17F45}" type="datetimeFigureOut">
              <a:rPr lang="en-US" smtClean="0"/>
              <a:t>3/18/2019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2575541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3701375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7EC8D9-1815-4537-9A60-A6626DC17F45}" type="datetimeFigureOut">
              <a:rPr lang="en-US" smtClean="0"/>
              <a:t>3/18/2019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2EA5CF-9BAC-4601-A606-5CF8A1961BA8}" type="slidenum">
              <a:rPr lang="en-US" smtClean="0"/>
              <a:t>‹#›</a:t>
            </a:fld>
            <a:endParaRPr lang="en-US"/>
          </a:p>
        </p:txBody>
      </p:sp>
    </p:spTree>
    <p:extLst>
      <p:ext uri="{BB962C8B-B14F-4D97-AF65-F5344CB8AC3E}">
        <p14:creationId xmlns:p14="http://schemas.microsoft.com/office/powerpoint/2010/main" val="1789955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A2D555-F5E2-48B8-8CAD-A35DA55A0D23}"/>
              </a:ext>
            </a:extLst>
          </p:cNvPr>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04F58C-C014-41C8-8E9D-96D7EB184F5A}"/>
              </a:ext>
            </a:extLst>
          </p:cNvPr>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73017-BA68-471E-BF5B-E1887ECA2AE6}"/>
              </a:ext>
            </a:extLst>
          </p:cNvPr>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1408">
                <a:solidFill>
                  <a:schemeClr val="tx1">
                    <a:tint val="75000"/>
                  </a:schemeClr>
                </a:solidFill>
              </a:defRPr>
            </a:lvl1pPr>
          </a:lstStyle>
          <a:p>
            <a:fld id="{8A620BF2-05F8-42A3-ACEC-15257E572E16}" type="datetimeFigureOut">
              <a:rPr lang="en-US" smtClean="0"/>
              <a:t>3/18/2019</a:t>
            </a:fld>
            <a:endParaRPr lang="en-US"/>
          </a:p>
        </p:txBody>
      </p:sp>
      <p:sp>
        <p:nvSpPr>
          <p:cNvPr id="5" name="Footer Placeholder 4">
            <a:extLst>
              <a:ext uri="{FF2B5EF4-FFF2-40B4-BE49-F238E27FC236}">
                <a16:creationId xmlns:a16="http://schemas.microsoft.com/office/drawing/2014/main" id="{0CE6C18D-C9AF-4E8D-836A-7B27DF2ABFB4}"/>
              </a:ext>
            </a:extLst>
          </p:cNvPr>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1408">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0E64DC9-6F1E-4245-BDFF-06985A2574E9}"/>
              </a:ext>
            </a:extLst>
          </p:cNvPr>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1408">
                <a:solidFill>
                  <a:schemeClr val="tx1">
                    <a:tint val="75000"/>
                  </a:schemeClr>
                </a:solidFill>
              </a:defRPr>
            </a:lvl1pPr>
          </a:lstStyle>
          <a:p>
            <a:fld id="{0C2814E0-4956-492E-AC71-58D2E001E403}" type="slidenum">
              <a:rPr lang="en-US" smtClean="0"/>
              <a:t>‹#›</a:t>
            </a:fld>
            <a:endParaRPr lang="en-US"/>
          </a:p>
        </p:txBody>
      </p:sp>
    </p:spTree>
    <p:extLst>
      <p:ext uri="{BB962C8B-B14F-4D97-AF65-F5344CB8AC3E}">
        <p14:creationId xmlns:p14="http://schemas.microsoft.com/office/powerpoint/2010/main" val="351618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73117" rtl="0" eaLnBrk="1" latinLnBrk="0" hangingPunct="1">
        <a:lnSpc>
          <a:spcPct val="90000"/>
        </a:lnSpc>
        <a:spcBef>
          <a:spcPct val="0"/>
        </a:spcBef>
        <a:buNone/>
        <a:defRPr sz="5164" kern="1200">
          <a:solidFill>
            <a:schemeClr val="tx1"/>
          </a:solidFill>
          <a:latin typeface="+mj-lt"/>
          <a:ea typeface="+mj-ea"/>
          <a:cs typeface="+mj-cs"/>
        </a:defRPr>
      </a:lvl1pPr>
    </p:titleStyle>
    <p:bodyStyle>
      <a:lvl1pPr marL="268280" indent="-268280" algn="l" defTabSz="1073117" rtl="0" eaLnBrk="1" latinLnBrk="0" hangingPunct="1">
        <a:lnSpc>
          <a:spcPct val="90000"/>
        </a:lnSpc>
        <a:spcBef>
          <a:spcPts val="1174"/>
        </a:spcBef>
        <a:buFont typeface="Arial" panose="020B0604020202020204" pitchFamily="34" charset="0"/>
        <a:buChar char="•"/>
        <a:defRPr sz="3286" kern="1200">
          <a:solidFill>
            <a:schemeClr val="tx1"/>
          </a:solidFill>
          <a:latin typeface="+mn-lt"/>
          <a:ea typeface="+mn-ea"/>
          <a:cs typeface="+mn-cs"/>
        </a:defRPr>
      </a:lvl1pPr>
      <a:lvl2pPr marL="804838" indent="-268280" algn="l" defTabSz="1073117" rtl="0" eaLnBrk="1" latinLnBrk="0" hangingPunct="1">
        <a:lnSpc>
          <a:spcPct val="90000"/>
        </a:lnSpc>
        <a:spcBef>
          <a:spcPts val="586"/>
        </a:spcBef>
        <a:buFont typeface="Arial" panose="020B0604020202020204" pitchFamily="34" charset="0"/>
        <a:buChar char="•"/>
        <a:defRPr sz="2817" kern="1200">
          <a:solidFill>
            <a:schemeClr val="tx1"/>
          </a:solidFill>
          <a:latin typeface="+mn-lt"/>
          <a:ea typeface="+mn-ea"/>
          <a:cs typeface="+mn-cs"/>
        </a:defRPr>
      </a:lvl2pPr>
      <a:lvl3pPr marL="1341397" indent="-268280" algn="l" defTabSz="1073117" rtl="0" eaLnBrk="1" latinLnBrk="0" hangingPunct="1">
        <a:lnSpc>
          <a:spcPct val="90000"/>
        </a:lnSpc>
        <a:spcBef>
          <a:spcPts val="586"/>
        </a:spcBef>
        <a:buFont typeface="Arial" panose="020B0604020202020204" pitchFamily="34" charset="0"/>
        <a:buChar char="•"/>
        <a:defRPr sz="2347" kern="1200">
          <a:solidFill>
            <a:schemeClr val="tx1"/>
          </a:solidFill>
          <a:latin typeface="+mn-lt"/>
          <a:ea typeface="+mn-ea"/>
          <a:cs typeface="+mn-cs"/>
        </a:defRPr>
      </a:lvl3pPr>
      <a:lvl4pPr marL="1877955" indent="-268280" algn="l" defTabSz="1073117" rtl="0" eaLnBrk="1" latinLnBrk="0" hangingPunct="1">
        <a:lnSpc>
          <a:spcPct val="90000"/>
        </a:lnSpc>
        <a:spcBef>
          <a:spcPts val="586"/>
        </a:spcBef>
        <a:buFont typeface="Arial" panose="020B0604020202020204" pitchFamily="34" charset="0"/>
        <a:buChar char="•"/>
        <a:defRPr sz="2113" kern="1200">
          <a:solidFill>
            <a:schemeClr val="tx1"/>
          </a:solidFill>
          <a:latin typeface="+mn-lt"/>
          <a:ea typeface="+mn-ea"/>
          <a:cs typeface="+mn-cs"/>
        </a:defRPr>
      </a:lvl4pPr>
      <a:lvl5pPr marL="2414514" indent="-268280" algn="l" defTabSz="1073117" rtl="0" eaLnBrk="1" latinLnBrk="0" hangingPunct="1">
        <a:lnSpc>
          <a:spcPct val="90000"/>
        </a:lnSpc>
        <a:spcBef>
          <a:spcPts val="586"/>
        </a:spcBef>
        <a:buFont typeface="Arial" panose="020B0604020202020204" pitchFamily="34" charset="0"/>
        <a:buChar char="•"/>
        <a:defRPr sz="2113" kern="1200">
          <a:solidFill>
            <a:schemeClr val="tx1"/>
          </a:solidFill>
          <a:latin typeface="+mn-lt"/>
          <a:ea typeface="+mn-ea"/>
          <a:cs typeface="+mn-cs"/>
        </a:defRPr>
      </a:lvl5pPr>
      <a:lvl6pPr marL="2951072" indent="-268280" algn="l" defTabSz="1073117" rtl="0" eaLnBrk="1" latinLnBrk="0" hangingPunct="1">
        <a:lnSpc>
          <a:spcPct val="90000"/>
        </a:lnSpc>
        <a:spcBef>
          <a:spcPts val="586"/>
        </a:spcBef>
        <a:buFont typeface="Arial" panose="020B0604020202020204" pitchFamily="34" charset="0"/>
        <a:buChar char="•"/>
        <a:defRPr sz="2113" kern="1200">
          <a:solidFill>
            <a:schemeClr val="tx1"/>
          </a:solidFill>
          <a:latin typeface="+mn-lt"/>
          <a:ea typeface="+mn-ea"/>
          <a:cs typeface="+mn-cs"/>
        </a:defRPr>
      </a:lvl6pPr>
      <a:lvl7pPr marL="3487631" indent="-268280" algn="l" defTabSz="1073117" rtl="0" eaLnBrk="1" latinLnBrk="0" hangingPunct="1">
        <a:lnSpc>
          <a:spcPct val="90000"/>
        </a:lnSpc>
        <a:spcBef>
          <a:spcPts val="586"/>
        </a:spcBef>
        <a:buFont typeface="Arial" panose="020B0604020202020204" pitchFamily="34" charset="0"/>
        <a:buChar char="•"/>
        <a:defRPr sz="2113" kern="1200">
          <a:solidFill>
            <a:schemeClr val="tx1"/>
          </a:solidFill>
          <a:latin typeface="+mn-lt"/>
          <a:ea typeface="+mn-ea"/>
          <a:cs typeface="+mn-cs"/>
        </a:defRPr>
      </a:lvl7pPr>
      <a:lvl8pPr marL="4024189" indent="-268280" algn="l" defTabSz="1073117" rtl="0" eaLnBrk="1" latinLnBrk="0" hangingPunct="1">
        <a:lnSpc>
          <a:spcPct val="90000"/>
        </a:lnSpc>
        <a:spcBef>
          <a:spcPts val="586"/>
        </a:spcBef>
        <a:buFont typeface="Arial" panose="020B0604020202020204" pitchFamily="34" charset="0"/>
        <a:buChar char="•"/>
        <a:defRPr sz="2113" kern="1200">
          <a:solidFill>
            <a:schemeClr val="tx1"/>
          </a:solidFill>
          <a:latin typeface="+mn-lt"/>
          <a:ea typeface="+mn-ea"/>
          <a:cs typeface="+mn-cs"/>
        </a:defRPr>
      </a:lvl8pPr>
      <a:lvl9pPr marL="4560748" indent="-268280" algn="l" defTabSz="1073117" rtl="0" eaLnBrk="1" latinLnBrk="0" hangingPunct="1">
        <a:lnSpc>
          <a:spcPct val="90000"/>
        </a:lnSpc>
        <a:spcBef>
          <a:spcPts val="586"/>
        </a:spcBef>
        <a:buFont typeface="Arial" panose="020B0604020202020204" pitchFamily="34" charset="0"/>
        <a:buChar char="•"/>
        <a:defRPr sz="2113" kern="1200">
          <a:solidFill>
            <a:schemeClr val="tx1"/>
          </a:solidFill>
          <a:latin typeface="+mn-lt"/>
          <a:ea typeface="+mn-ea"/>
          <a:cs typeface="+mn-cs"/>
        </a:defRPr>
      </a:lvl9pPr>
    </p:bodyStyle>
    <p:otherStyle>
      <a:defPPr>
        <a:defRPr lang="en-US"/>
      </a:defPPr>
      <a:lvl1pPr marL="0" algn="l" defTabSz="1073117" rtl="0" eaLnBrk="1" latinLnBrk="0" hangingPunct="1">
        <a:defRPr sz="2113" kern="1200">
          <a:solidFill>
            <a:schemeClr val="tx1"/>
          </a:solidFill>
          <a:latin typeface="+mn-lt"/>
          <a:ea typeface="+mn-ea"/>
          <a:cs typeface="+mn-cs"/>
        </a:defRPr>
      </a:lvl1pPr>
      <a:lvl2pPr marL="536558" algn="l" defTabSz="1073117" rtl="0" eaLnBrk="1" latinLnBrk="0" hangingPunct="1">
        <a:defRPr sz="2113" kern="1200">
          <a:solidFill>
            <a:schemeClr val="tx1"/>
          </a:solidFill>
          <a:latin typeface="+mn-lt"/>
          <a:ea typeface="+mn-ea"/>
          <a:cs typeface="+mn-cs"/>
        </a:defRPr>
      </a:lvl2pPr>
      <a:lvl3pPr marL="1073117" algn="l" defTabSz="1073117" rtl="0" eaLnBrk="1" latinLnBrk="0" hangingPunct="1">
        <a:defRPr sz="2113" kern="1200">
          <a:solidFill>
            <a:schemeClr val="tx1"/>
          </a:solidFill>
          <a:latin typeface="+mn-lt"/>
          <a:ea typeface="+mn-ea"/>
          <a:cs typeface="+mn-cs"/>
        </a:defRPr>
      </a:lvl3pPr>
      <a:lvl4pPr marL="1609675" algn="l" defTabSz="1073117" rtl="0" eaLnBrk="1" latinLnBrk="0" hangingPunct="1">
        <a:defRPr sz="2113" kern="1200">
          <a:solidFill>
            <a:schemeClr val="tx1"/>
          </a:solidFill>
          <a:latin typeface="+mn-lt"/>
          <a:ea typeface="+mn-ea"/>
          <a:cs typeface="+mn-cs"/>
        </a:defRPr>
      </a:lvl4pPr>
      <a:lvl5pPr marL="2146234" algn="l" defTabSz="1073117" rtl="0" eaLnBrk="1" latinLnBrk="0" hangingPunct="1">
        <a:defRPr sz="2113" kern="1200">
          <a:solidFill>
            <a:schemeClr val="tx1"/>
          </a:solidFill>
          <a:latin typeface="+mn-lt"/>
          <a:ea typeface="+mn-ea"/>
          <a:cs typeface="+mn-cs"/>
        </a:defRPr>
      </a:lvl5pPr>
      <a:lvl6pPr marL="2682792" algn="l" defTabSz="1073117" rtl="0" eaLnBrk="1" latinLnBrk="0" hangingPunct="1">
        <a:defRPr sz="2113" kern="1200">
          <a:solidFill>
            <a:schemeClr val="tx1"/>
          </a:solidFill>
          <a:latin typeface="+mn-lt"/>
          <a:ea typeface="+mn-ea"/>
          <a:cs typeface="+mn-cs"/>
        </a:defRPr>
      </a:lvl6pPr>
      <a:lvl7pPr marL="3219351" algn="l" defTabSz="1073117" rtl="0" eaLnBrk="1" latinLnBrk="0" hangingPunct="1">
        <a:defRPr sz="2113" kern="1200">
          <a:solidFill>
            <a:schemeClr val="tx1"/>
          </a:solidFill>
          <a:latin typeface="+mn-lt"/>
          <a:ea typeface="+mn-ea"/>
          <a:cs typeface="+mn-cs"/>
        </a:defRPr>
      </a:lvl7pPr>
      <a:lvl8pPr marL="3755909" algn="l" defTabSz="1073117" rtl="0" eaLnBrk="1" latinLnBrk="0" hangingPunct="1">
        <a:defRPr sz="2113" kern="1200">
          <a:solidFill>
            <a:schemeClr val="tx1"/>
          </a:solidFill>
          <a:latin typeface="+mn-lt"/>
          <a:ea typeface="+mn-ea"/>
          <a:cs typeface="+mn-cs"/>
        </a:defRPr>
      </a:lvl8pPr>
      <a:lvl9pPr marL="4292468" algn="l" defTabSz="1073117" rtl="0" eaLnBrk="1" latinLnBrk="0" hangingPunct="1">
        <a:defRPr sz="21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B67EC8D9-1815-4537-9A60-A6626DC17F45}" type="datetimeFigureOut">
              <a:rPr lang="en-US" smtClean="0"/>
              <a:t>3/18/2019</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AB2EA5CF-9BAC-4601-A606-5CF8A1961BA8}" type="slidenum">
              <a:rPr lang="en-US" smtClean="0"/>
              <a:t>‹#›</a:t>
            </a:fld>
            <a:endParaRPr lang="en-US"/>
          </a:p>
        </p:txBody>
      </p:sp>
    </p:spTree>
    <p:extLst>
      <p:ext uri="{BB962C8B-B14F-4D97-AF65-F5344CB8AC3E}">
        <p14:creationId xmlns:p14="http://schemas.microsoft.com/office/powerpoint/2010/main" val="22817017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C8C43EB-2DDE-48A5-BBCD-8BD55B3B60A5}"/>
              </a:ext>
            </a:extLst>
          </p:cNvPr>
          <p:cNvPicPr>
            <a:picLocks noChangeAspect="1"/>
          </p:cNvPicPr>
          <p:nvPr/>
        </p:nvPicPr>
        <p:blipFill>
          <a:blip r:embed="rId2"/>
          <a:stretch>
            <a:fillRect/>
          </a:stretch>
        </p:blipFill>
        <p:spPr>
          <a:xfrm>
            <a:off x="0" y="9701353"/>
            <a:ext cx="6858000" cy="153847"/>
          </a:xfrm>
          <a:prstGeom prst="rect">
            <a:avLst/>
          </a:prstGeom>
        </p:spPr>
      </p:pic>
      <p:sp>
        <p:nvSpPr>
          <p:cNvPr id="4" name="TextBox 3">
            <a:extLst>
              <a:ext uri="{FF2B5EF4-FFF2-40B4-BE49-F238E27FC236}">
                <a16:creationId xmlns:a16="http://schemas.microsoft.com/office/drawing/2014/main" id="{0DFDCA02-75B1-48FC-802E-BD9E40A3AFE3}"/>
              </a:ext>
            </a:extLst>
          </p:cNvPr>
          <p:cNvSpPr txBox="1"/>
          <p:nvPr/>
        </p:nvSpPr>
        <p:spPr>
          <a:xfrm>
            <a:off x="282389" y="309282"/>
            <a:ext cx="4719918" cy="1892826"/>
          </a:xfrm>
          <a:prstGeom prst="rect">
            <a:avLst/>
          </a:prstGeom>
          <a:noFill/>
        </p:spPr>
        <p:txBody>
          <a:bodyPr wrap="square" rtlCol="0">
            <a:spAutoFit/>
          </a:bodyPr>
          <a:lstStyle/>
          <a:p>
            <a:pPr>
              <a:spcAft>
                <a:spcPts val="600"/>
              </a:spcAft>
            </a:pPr>
            <a:r>
              <a:rPr lang="en-GB" sz="3600" b="1" dirty="0">
                <a:solidFill>
                  <a:schemeClr val="accent1">
                    <a:lumMod val="50000"/>
                  </a:schemeClr>
                </a:solidFill>
              </a:rPr>
              <a:t>Housing Problem for Young people:</a:t>
            </a:r>
          </a:p>
          <a:p>
            <a:r>
              <a:rPr lang="en-US" altLang="zh-CN" sz="2000" dirty="0">
                <a:solidFill>
                  <a:schemeClr val="accent1">
                    <a:lumMod val="75000"/>
                  </a:schemeClr>
                </a:solidFill>
              </a:rPr>
              <a:t>The Impact from </a:t>
            </a:r>
            <a:r>
              <a:rPr lang="en-GB" sz="2000" dirty="0">
                <a:solidFill>
                  <a:schemeClr val="accent1">
                    <a:lumMod val="75000"/>
                  </a:schemeClr>
                </a:solidFill>
              </a:rPr>
              <a:t>Parental Background to Young People’s Homeownership Transitions</a:t>
            </a:r>
            <a:endParaRPr lang="en-US" sz="2000" dirty="0">
              <a:solidFill>
                <a:schemeClr val="accent1">
                  <a:lumMod val="75000"/>
                </a:schemeClr>
              </a:solidFill>
            </a:endParaRPr>
          </a:p>
        </p:txBody>
      </p:sp>
      <p:sp>
        <p:nvSpPr>
          <p:cNvPr id="5" name="TextBox 4">
            <a:extLst>
              <a:ext uri="{FF2B5EF4-FFF2-40B4-BE49-F238E27FC236}">
                <a16:creationId xmlns:a16="http://schemas.microsoft.com/office/drawing/2014/main" id="{5306B0C7-C19E-4ACC-9095-ADC2DF751DF4}"/>
              </a:ext>
            </a:extLst>
          </p:cNvPr>
          <p:cNvSpPr txBox="1"/>
          <p:nvPr/>
        </p:nvSpPr>
        <p:spPr>
          <a:xfrm>
            <a:off x="282389" y="2339788"/>
            <a:ext cx="3146611" cy="7201972"/>
          </a:xfrm>
          <a:prstGeom prst="rect">
            <a:avLst/>
          </a:prstGeom>
          <a:noFill/>
        </p:spPr>
        <p:txBody>
          <a:bodyPr wrap="square" rtlCol="0">
            <a:spAutoFit/>
          </a:bodyPr>
          <a:lstStyle/>
          <a:p>
            <a:pPr>
              <a:spcAft>
                <a:spcPts val="600"/>
              </a:spcAft>
            </a:pPr>
            <a:r>
              <a:rPr lang="en-US" sz="2000" b="1" dirty="0">
                <a:solidFill>
                  <a:schemeClr val="accent1">
                    <a:lumMod val="75000"/>
                  </a:schemeClr>
                </a:solidFill>
              </a:rPr>
              <a:t>About the research</a:t>
            </a:r>
          </a:p>
          <a:p>
            <a:pPr>
              <a:spcAft>
                <a:spcPts val="600"/>
              </a:spcAft>
            </a:pPr>
            <a:r>
              <a:rPr lang="en-GB" altLang="zh-CN" dirty="0"/>
              <a:t>Compared with the past, British young man who can have their own estate in their 20s nowadays accounts for a much smaller part of their peers. The unstable income is one cause. On the other hand, continuous increase in house price is also a barrier. In that case, the intergenerational inequality is hotly debated. As young people backed by affluent family can easily get their first property without going through these distresses, those from poor family have to spend their </a:t>
            </a:r>
            <a:r>
              <a:rPr lang="en-US" altLang="zh-CN" dirty="0"/>
              <a:t>best time </a:t>
            </a:r>
            <a:r>
              <a:rPr lang="en-GB" altLang="zh-CN" dirty="0"/>
              <a:t>on it.</a:t>
            </a:r>
          </a:p>
          <a:p>
            <a:r>
              <a:rPr lang="en-GB" altLang="zh-CN" dirty="0"/>
              <a:t>This research is based on the data from the UK’s Understanding Society Survey. Aiming to provide the basis for policymaker, the research presents and analyses the existence and degree of</a:t>
            </a:r>
          </a:p>
        </p:txBody>
      </p:sp>
      <p:sp>
        <p:nvSpPr>
          <p:cNvPr id="6" name="TextBox 5">
            <a:extLst>
              <a:ext uri="{FF2B5EF4-FFF2-40B4-BE49-F238E27FC236}">
                <a16:creationId xmlns:a16="http://schemas.microsoft.com/office/drawing/2014/main" id="{F21729B1-6AC5-45A1-AFC5-9B19E48F29E5}"/>
              </a:ext>
            </a:extLst>
          </p:cNvPr>
          <p:cNvSpPr txBox="1"/>
          <p:nvPr/>
        </p:nvSpPr>
        <p:spPr>
          <a:xfrm>
            <a:off x="3550024" y="2339787"/>
            <a:ext cx="3146611" cy="646331"/>
          </a:xfrm>
          <a:prstGeom prst="rect">
            <a:avLst/>
          </a:prstGeom>
          <a:noFill/>
        </p:spPr>
        <p:txBody>
          <a:bodyPr wrap="square" rtlCol="0">
            <a:spAutoFit/>
          </a:bodyPr>
          <a:lstStyle/>
          <a:p>
            <a:r>
              <a:rPr lang="en-GB" altLang="zh-CN" dirty="0"/>
              <a:t>intergenerational inequality by statistical method.</a:t>
            </a:r>
            <a:endParaRPr lang="en-US" dirty="0"/>
          </a:p>
        </p:txBody>
      </p:sp>
      <p:sp>
        <p:nvSpPr>
          <p:cNvPr id="7" name="TextBox 6">
            <a:extLst>
              <a:ext uri="{FF2B5EF4-FFF2-40B4-BE49-F238E27FC236}">
                <a16:creationId xmlns:a16="http://schemas.microsoft.com/office/drawing/2014/main" id="{13E20A27-308E-46AD-93B0-121EDF28B451}"/>
              </a:ext>
            </a:extLst>
          </p:cNvPr>
          <p:cNvSpPr txBox="1"/>
          <p:nvPr/>
        </p:nvSpPr>
        <p:spPr>
          <a:xfrm>
            <a:off x="3550023" y="2992644"/>
            <a:ext cx="3146611" cy="6478697"/>
          </a:xfrm>
          <a:prstGeom prst="rect">
            <a:avLst/>
          </a:prstGeom>
          <a:solidFill>
            <a:srgbClr val="FF5050">
              <a:alpha val="61176"/>
            </a:srgbClr>
          </a:solidFill>
        </p:spPr>
        <p:txBody>
          <a:bodyPr wrap="square" rtlCol="0">
            <a:spAutoFit/>
          </a:bodyPr>
          <a:lstStyle/>
          <a:p>
            <a:pPr>
              <a:spcAft>
                <a:spcPts val="600"/>
              </a:spcAft>
            </a:pPr>
            <a:r>
              <a:rPr lang="en-US" sz="2000" b="1" dirty="0">
                <a:solidFill>
                  <a:schemeClr val="accent1">
                    <a:lumMod val="75000"/>
                  </a:schemeClr>
                </a:solidFill>
              </a:rPr>
              <a:t>Key findings</a:t>
            </a:r>
          </a:p>
          <a:p>
            <a:pPr>
              <a:spcAft>
                <a:spcPts val="600"/>
              </a:spcAft>
            </a:pPr>
            <a:r>
              <a:rPr lang="en-US" sz="2000" dirty="0"/>
              <a:t>● </a:t>
            </a:r>
            <a:r>
              <a:rPr lang="en-GB" dirty="0"/>
              <a:t>Young people in families with good financial conditions are much </a:t>
            </a:r>
            <a:r>
              <a:rPr lang="en-US" dirty="0"/>
              <a:t>easier</a:t>
            </a:r>
            <a:r>
              <a:rPr lang="en-GB" dirty="0"/>
              <a:t> to be a householder than the peers. Among a group of young people without housing in their early 20s, those whose parents are in highly-payed occupations such as management have a 17.1% chance of getting their first home in 5 years, which is almost twice as much as that of young people from ordinary family(9%).</a:t>
            </a:r>
            <a:endParaRPr lang="en-US" dirty="0"/>
          </a:p>
          <a:p>
            <a:pPr>
              <a:spcAft>
                <a:spcPts val="600"/>
              </a:spcAft>
            </a:pPr>
            <a:r>
              <a:rPr lang="en-US" dirty="0"/>
              <a:t>● </a:t>
            </a:r>
            <a:r>
              <a:rPr lang="en-GB" dirty="0"/>
              <a:t>Considering the error of the data, the gap between the two types of young people is actually in the range 6.1% to 10.3%.</a:t>
            </a:r>
          </a:p>
          <a:p>
            <a:pPr>
              <a:spcAft>
                <a:spcPts val="600"/>
              </a:spcAft>
            </a:pPr>
            <a:r>
              <a:rPr lang="en-GB" dirty="0"/>
              <a:t>● Through modelling, it can be quantified that the young</a:t>
            </a:r>
          </a:p>
        </p:txBody>
      </p:sp>
    </p:spTree>
    <p:extLst>
      <p:ext uri="{BB962C8B-B14F-4D97-AF65-F5344CB8AC3E}">
        <p14:creationId xmlns:p14="http://schemas.microsoft.com/office/powerpoint/2010/main" val="3572205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2AB824-CEE4-4DFF-B0FC-AF18A57F2AB1}"/>
              </a:ext>
            </a:extLst>
          </p:cNvPr>
          <p:cNvSpPr txBox="1"/>
          <p:nvPr/>
        </p:nvSpPr>
        <p:spPr>
          <a:xfrm>
            <a:off x="174812" y="249125"/>
            <a:ext cx="6538274" cy="1200329"/>
          </a:xfrm>
          <a:prstGeom prst="rect">
            <a:avLst/>
          </a:prstGeom>
          <a:solidFill>
            <a:srgbClr val="FF5050">
              <a:alpha val="61176"/>
            </a:srgbClr>
          </a:solidFill>
        </p:spPr>
        <p:txBody>
          <a:bodyPr wrap="square" rtlCol="0">
            <a:spAutoFit/>
          </a:bodyPr>
          <a:lstStyle/>
          <a:p>
            <a:pPr>
              <a:spcAft>
                <a:spcPts val="600"/>
              </a:spcAft>
            </a:pPr>
            <a:r>
              <a:rPr lang="en-GB" dirty="0"/>
              <a:t>people from wealthy family can achieve a 11.6% increase each year in their possibilities of getting a property, while those whose parents are not likely to afford the household for them can only achieve 8.2%.</a:t>
            </a:r>
          </a:p>
        </p:txBody>
      </p:sp>
      <p:pic>
        <p:nvPicPr>
          <p:cNvPr id="6" name="Picture 5">
            <a:extLst>
              <a:ext uri="{FF2B5EF4-FFF2-40B4-BE49-F238E27FC236}">
                <a16:creationId xmlns:a16="http://schemas.microsoft.com/office/drawing/2014/main" id="{5A3B26CC-7EF2-4DA9-A586-24D48D7E47B8}"/>
              </a:ext>
            </a:extLst>
          </p:cNvPr>
          <p:cNvPicPr>
            <a:picLocks noChangeAspect="1"/>
          </p:cNvPicPr>
          <p:nvPr/>
        </p:nvPicPr>
        <p:blipFill>
          <a:blip r:embed="rId2"/>
          <a:stretch>
            <a:fillRect/>
          </a:stretch>
        </p:blipFill>
        <p:spPr>
          <a:xfrm>
            <a:off x="0" y="9701353"/>
            <a:ext cx="6858000" cy="153847"/>
          </a:xfrm>
          <a:prstGeom prst="rect">
            <a:avLst/>
          </a:prstGeom>
        </p:spPr>
      </p:pic>
      <p:sp>
        <p:nvSpPr>
          <p:cNvPr id="7" name="TextBox 6">
            <a:extLst>
              <a:ext uri="{FF2B5EF4-FFF2-40B4-BE49-F238E27FC236}">
                <a16:creationId xmlns:a16="http://schemas.microsoft.com/office/drawing/2014/main" id="{404D944E-246A-422D-B93E-A0D636D73BAC}"/>
              </a:ext>
            </a:extLst>
          </p:cNvPr>
          <p:cNvSpPr txBox="1"/>
          <p:nvPr/>
        </p:nvSpPr>
        <p:spPr>
          <a:xfrm>
            <a:off x="174812" y="1552069"/>
            <a:ext cx="6538274" cy="3400931"/>
          </a:xfrm>
          <a:prstGeom prst="rect">
            <a:avLst/>
          </a:prstGeom>
          <a:noFill/>
        </p:spPr>
        <p:txBody>
          <a:bodyPr wrap="square" rtlCol="0">
            <a:spAutoFit/>
          </a:bodyPr>
          <a:lstStyle/>
          <a:p>
            <a:pPr>
              <a:spcAft>
                <a:spcPts val="600"/>
              </a:spcAft>
            </a:pPr>
            <a:r>
              <a:rPr lang="en-US" sz="2000" b="1" dirty="0">
                <a:solidFill>
                  <a:schemeClr val="accent1">
                    <a:lumMod val="75000"/>
                  </a:schemeClr>
                </a:solidFill>
              </a:rPr>
              <a:t>Policy Implications</a:t>
            </a:r>
          </a:p>
          <a:p>
            <a:pPr>
              <a:spcAft>
                <a:spcPts val="600"/>
              </a:spcAft>
            </a:pPr>
            <a:r>
              <a:rPr lang="en-GB" dirty="0"/>
              <a:t>● Preferential policies for young people’s housing loan are necessary </a:t>
            </a:r>
            <a:r>
              <a:rPr lang="en-US" altLang="zh-CN" dirty="0"/>
              <a:t>since</a:t>
            </a:r>
            <a:r>
              <a:rPr lang="en-GB" dirty="0"/>
              <a:t> most young people are unable to afford the house price independently.</a:t>
            </a:r>
          </a:p>
          <a:p>
            <a:pPr>
              <a:spcAft>
                <a:spcPts val="600"/>
              </a:spcAft>
            </a:pPr>
            <a:r>
              <a:rPr lang="en-GB" dirty="0"/>
              <a:t>● Because of the existence of the </a:t>
            </a:r>
            <a:r>
              <a:rPr lang="en-GB" altLang="zh-CN" dirty="0"/>
              <a:t>intergenerational </a:t>
            </a:r>
            <a:r>
              <a:rPr lang="en-GB" dirty="0"/>
              <a:t>inequality, social resources needs to be balanced by appropriately raising taxes on high-income family to support the housing loan policies mentioned above.</a:t>
            </a:r>
          </a:p>
          <a:p>
            <a:pPr>
              <a:spcAft>
                <a:spcPts val="600"/>
              </a:spcAft>
            </a:pPr>
            <a:r>
              <a:rPr lang="en-GB" dirty="0"/>
              <a:t>● </a:t>
            </a:r>
            <a:r>
              <a:rPr lang="en-GB" altLang="zh-CN" dirty="0"/>
              <a:t>House prices need to be suppressed. Such a large number of young people can not buy a house independently, indicating that the house price has reached an unacceptable level.</a:t>
            </a:r>
            <a:endParaRPr lang="en-GB" dirty="0"/>
          </a:p>
        </p:txBody>
      </p:sp>
      <p:sp>
        <p:nvSpPr>
          <p:cNvPr id="8" name="Rectangle 7">
            <a:extLst>
              <a:ext uri="{FF2B5EF4-FFF2-40B4-BE49-F238E27FC236}">
                <a16:creationId xmlns:a16="http://schemas.microsoft.com/office/drawing/2014/main" id="{130622E1-BC73-43E7-9196-5139BEC752DA}"/>
              </a:ext>
            </a:extLst>
          </p:cNvPr>
          <p:cNvSpPr/>
          <p:nvPr/>
        </p:nvSpPr>
        <p:spPr>
          <a:xfrm>
            <a:off x="144914" y="6608157"/>
            <a:ext cx="6568172" cy="3247043"/>
          </a:xfrm>
          <a:prstGeom prst="rect">
            <a:avLst/>
          </a:prstGeom>
        </p:spPr>
        <p:txBody>
          <a:bodyPr wrap="square">
            <a:spAutoFit/>
          </a:bodyPr>
          <a:lstStyle/>
          <a:p>
            <a:pPr>
              <a:spcAft>
                <a:spcPts val="600"/>
              </a:spcAft>
            </a:pPr>
            <a:r>
              <a:rPr lang="en-US" sz="2000" b="1" dirty="0">
                <a:solidFill>
                  <a:schemeClr val="accent1">
                    <a:lumMod val="75000"/>
                  </a:schemeClr>
                </a:solidFill>
              </a:rPr>
              <a:t>Key references and resources</a:t>
            </a:r>
          </a:p>
          <a:p>
            <a:r>
              <a:rPr lang="en-GB" dirty="0"/>
              <a:t>● </a:t>
            </a:r>
            <a:r>
              <a:rPr lang="en-US" dirty="0"/>
              <a:t>Sparrow, A. (2010) ‘Ten things you’ll learn from David Willetts’s new book| Andrew Sparrow’, </a:t>
            </a:r>
            <a:r>
              <a:rPr lang="en-US" i="1" dirty="0"/>
              <a:t>The Guardian</a:t>
            </a:r>
            <a:r>
              <a:rPr lang="en-US" dirty="0"/>
              <a:t>, 11 February. Available at: https://www.theguardian.com/politics/blog/2010/feb/11/david-willetts-new-book-society (Accessed: 9 March 2019).</a:t>
            </a:r>
          </a:p>
          <a:p>
            <a:r>
              <a:rPr lang="en-GB" dirty="0"/>
              <a:t>● </a:t>
            </a:r>
            <a:r>
              <a:rPr lang="en-US" i="1" dirty="0"/>
              <a:t>The Changing Route to Owner-occupation: The Impact of Borrowing Constraints on Young Adult Homeownership Transitions in Britain in the 1990s - Mark Andrew, 2012</a:t>
            </a:r>
            <a:r>
              <a:rPr lang="en-US" dirty="0"/>
              <a:t> (no date). Available at: https://journals.sagepub.com/doi/full/10.1177/0042098011417905#_i2 (Accessed: 9 March 2019).</a:t>
            </a:r>
          </a:p>
          <a:p>
            <a:pPr>
              <a:spcAft>
                <a:spcPts val="600"/>
              </a:spcAft>
            </a:pPr>
            <a:endParaRPr lang="en-US" dirty="0"/>
          </a:p>
        </p:txBody>
      </p:sp>
    </p:spTree>
    <p:extLst>
      <p:ext uri="{BB962C8B-B14F-4D97-AF65-F5344CB8AC3E}">
        <p14:creationId xmlns:p14="http://schemas.microsoft.com/office/powerpoint/2010/main" val="575292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TotalTime>
  <Words>509</Words>
  <Application>Microsoft Office PowerPoint</Application>
  <PresentationFormat>A4 Paper (210x297 mm)</PresentationFormat>
  <Paragraphs>18</Paragraphs>
  <Slides>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vt:i4>
      </vt:variant>
    </vt:vector>
  </HeadingPairs>
  <TitlesOfParts>
    <vt:vector size="8" baseType="lpstr">
      <vt:lpstr>等线</vt:lpstr>
      <vt:lpstr>Arial</vt:lpstr>
      <vt:lpstr>Calibri</vt:lpstr>
      <vt:lpstr>Calibri Light</vt:lpstr>
      <vt:lpstr>Office Theme</vt:lpstr>
      <vt:lpstr>1_Office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Luo, Tianyu</dc:creator>
  <cp:lastModifiedBy>Luo, Tianyu</cp:lastModifiedBy>
  <cp:revision>29</cp:revision>
  <dcterms:created xsi:type="dcterms:W3CDTF">2019-03-09T13:51:30Z</dcterms:created>
  <dcterms:modified xsi:type="dcterms:W3CDTF">2019-03-18T14:26:06Z</dcterms:modified>
</cp:coreProperties>
</file>